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DFF4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AI Workplace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Nerdio enables Microsoft Copilot at scale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Co-Sell Partner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WORKPLACE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is transforming how people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are investing in Copilot to improve productivity and decision-making. But scaling AI across the workforce requires consistent Windows 365 environments — and that introduces challenges licensing alone cannot solve.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3657600" cy="1051560"/>
          </a:xfrm>
          <a:prstGeom prst="rect">
            <a:avLst/>
          </a:prstGeom>
          <a:solidFill>
            <a:srgbClr val="F0F7F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560320"/>
            <a:ext cx="54864" cy="10515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70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Consistency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need identical, performant W365 Cloud PCs to run Copilot reliably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560320"/>
            <a:ext cx="3657600" cy="1051560"/>
          </a:xfrm>
          <a:prstGeom prst="rect">
            <a:avLst/>
          </a:prstGeom>
          <a:solidFill>
            <a:srgbClr val="F0F7F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560320"/>
            <a:ext cx="54864" cy="10515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670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 and external workers need governed Cloud PC access to AI tools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3657600" cy="1051560"/>
          </a:xfrm>
          <a:prstGeom prst="rect">
            <a:avLst/>
          </a:prstGeom>
          <a:solidFill>
            <a:srgbClr val="F0F7F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94760"/>
            <a:ext cx="54864" cy="10515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04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Provisioning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50 pilot users to 5,000 Cloud PCs requires automated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794760"/>
            <a:ext cx="3657600" cy="1051560"/>
          </a:xfrm>
          <a:prstGeom prst="rect">
            <a:avLst/>
          </a:prstGeom>
          <a:solidFill>
            <a:srgbClr val="F0F7F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794760"/>
            <a:ext cx="54864" cy="10515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904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teams can't manage thousands of Cloud PCs manually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is the destination.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365 is the workspace.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makes it all work at scale.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Copilot conversation is a Nerdio conversation.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WORKPLACE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architecture for AI-powered productivity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5943600" cy="640080"/>
          </a:xfrm>
          <a:prstGeom prst="rect">
            <a:avLst/>
          </a:prstGeom>
          <a:solidFill>
            <a:srgbClr val="04283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employees  |  Faster decisions  |  Better CX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176272"/>
            <a:ext cx="5943600" cy="640080"/>
          </a:xfrm>
          <a:prstGeom prst="rect">
            <a:avLst/>
          </a:prstGeom>
          <a:solidFill>
            <a:srgbClr val="156D8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54480" y="2221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Productivity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496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2889504"/>
            <a:ext cx="5943600" cy="640080"/>
          </a:xfrm>
          <a:prstGeom prst="rect">
            <a:avLst/>
          </a:prstGeom>
          <a:solidFill>
            <a:srgbClr val="1E9DB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29352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Workspace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2095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365 Cloud PCs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602736"/>
            <a:ext cx="5943600" cy="640080"/>
          </a:xfrm>
          <a:prstGeom prst="rect">
            <a:avLst/>
          </a:prstGeom>
          <a:solidFill>
            <a:srgbClr val="CDFF4E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3648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9227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 —  Provisioning  |  Scaling  |  Cost Optimisation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4315968"/>
            <a:ext cx="5943600" cy="640080"/>
          </a:xfrm>
          <a:prstGeom prst="rect">
            <a:avLst/>
          </a:prstGeom>
          <a:solidFill>
            <a:srgbClr val="F0F7F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554480" y="4361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4636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 |  Entra ID  |  Microsoft 365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2880360"/>
            <a:ext cx="54864" cy="777240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MATURITY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your customer on the AI journey?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rgbClr val="D0D8D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Curiosity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pilots, meeting summaries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70048" y="1463040"/>
            <a:ext cx="548640" cy="548640"/>
          </a:xfrm>
          <a:prstGeom prst="ellipse">
            <a:avLst/>
          </a:prstGeom>
          <a:solidFill>
            <a:srgbClr val="D0D8DC"/>
          </a:solidFill>
          <a:ln/>
        </p:spPr>
      </p:sp>
      <p:sp>
        <p:nvSpPr>
          <p:cNvPr id="10" name="Text 8"/>
          <p:cNvSpPr/>
          <p:nvPr/>
        </p:nvSpPr>
        <p:spPr>
          <a:xfrm>
            <a:off x="267004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121408" y="2148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Experimentation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21408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groups across departments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34256" y="1463040"/>
            <a:ext cx="548640" cy="54864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14" name="Text 12"/>
          <p:cNvSpPr/>
          <p:nvPr/>
        </p:nvSpPr>
        <p:spPr>
          <a:xfrm>
            <a:off x="433425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85616" y="2148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Workforce Productivity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85616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Hundreds/thousands of users — consistent environments essential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68496" y="3657600"/>
            <a:ext cx="1280160" cy="274320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18" name="Text 16"/>
          <p:cNvSpPr/>
          <p:nvPr/>
        </p:nvSpPr>
        <p:spPr>
          <a:xfrm>
            <a:off x="3968496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CRITICAL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98464" y="1463040"/>
            <a:ext cx="548640" cy="54864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20" name="Text 18"/>
          <p:cNvSpPr/>
          <p:nvPr/>
        </p:nvSpPr>
        <p:spPr>
          <a:xfrm>
            <a:off x="599846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49824" y="2148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Embedded in Processes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9824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fraud, compliance, merchandising workflows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32704" y="3657600"/>
            <a:ext cx="1280160" cy="274320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24" name="Text 22"/>
          <p:cNvSpPr/>
          <p:nvPr/>
        </p:nvSpPr>
        <p:spPr>
          <a:xfrm>
            <a:off x="5632704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CRITICAL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662672" y="1463040"/>
            <a:ext cx="548640" cy="54864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26" name="Text 24"/>
          <p:cNvSpPr/>
          <p:nvPr/>
        </p:nvSpPr>
        <p:spPr>
          <a:xfrm>
            <a:off x="766267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14032" y="2148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Organisation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14032" y="2743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across the entire organisation at full scale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96912" y="3657600"/>
            <a:ext cx="1280160" cy="274320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30" name="Text 28"/>
          <p:cNvSpPr/>
          <p:nvPr/>
        </p:nvSpPr>
        <p:spPr>
          <a:xfrm>
            <a:off x="7296912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CRITICAL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114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3-5 require automated workspace management — that's where Nerdio becomes essential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VALUE PILLARS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layer that makes Copilot work at scale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965960" cy="54864"/>
          </a:xfrm>
          <a:prstGeom prst="rect">
            <a:avLst/>
          </a:prstGeom>
          <a:solidFill>
            <a:srgbClr val="1E9DB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91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W365 in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wizards, lifecycle automation, patching and policy setup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6040" y="146304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06040" y="1463040"/>
            <a:ext cx="1965960" cy="54864"/>
          </a:xfrm>
          <a:prstGeom prst="rect">
            <a:avLst/>
          </a:prstGeom>
          <a:solidFill>
            <a:srgbClr val="1E9D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916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69748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avg compute savings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74320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Patented auto-scaling, right-sizing, Reserved Instance management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146304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1463040"/>
            <a:ext cx="1965960" cy="54864"/>
          </a:xfrm>
          <a:prstGeom prst="rect">
            <a:avLst/>
          </a:prstGeom>
          <a:solidFill>
            <a:srgbClr val="1E9DB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916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4632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4632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Benchmark-aligned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9204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compliance, Entra ID integration, drift detection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03720" y="146304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03720" y="1463040"/>
            <a:ext cx="1965960" cy="54864"/>
          </a:xfrm>
          <a:prstGeom prst="rect">
            <a:avLst/>
          </a:prstGeom>
          <a:solidFill>
            <a:srgbClr val="1E9DB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9164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95160" y="23317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995160" y="26974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40880" y="310896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 across W365 Cloud PCs and Intune endpoints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&amp; Retail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411480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931920" cy="822960"/>
          </a:xfrm>
          <a:prstGeom prst="rect">
            <a:avLst/>
          </a:prstGeom>
          <a:solidFill>
            <a:srgbClr val="F0F7F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" cy="8229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Intelligence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summarises client portfolios — RMs need secure, compliant W365 Cloud PCs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3931920" cy="822960"/>
          </a:xfrm>
          <a:prstGeom prst="rect">
            <a:avLst/>
          </a:prstGeom>
          <a:solidFill>
            <a:srgbClr val="F0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71800"/>
            <a:ext cx="54864" cy="8229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Investigation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3192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analysts — investigators need locked-down Cloud PCs with audit trails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931920" cy="822960"/>
          </a:xfrm>
          <a:prstGeom prst="rect">
            <a:avLst/>
          </a:prstGeom>
          <a:solidFill>
            <a:srgbClr val="F0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2793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regulations — environments must be governance-ready with RBAC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931920" cy="411480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Consumer Goods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011680"/>
            <a:ext cx="3931920" cy="822960"/>
          </a:xfrm>
          <a:prstGeom prst="rect">
            <a:avLst/>
          </a:prstGeom>
          <a:solidFill>
            <a:srgbClr val="F0F7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011680"/>
            <a:ext cx="54864" cy="8229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3591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drives sales analytics — requires consistent W365 across hundreds of stores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3931920" cy="822960"/>
          </a:xfrm>
          <a:prstGeom prst="rect">
            <a:avLst/>
          </a:prstGeom>
          <a:solidFill>
            <a:srgbClr val="F0F7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971800"/>
            <a:ext cx="54864" cy="8229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Intelligence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33192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analyses demand patterns — teams need fast-provisioned cloud desktops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931920"/>
            <a:ext cx="3931920" cy="822960"/>
          </a:xfrm>
          <a:prstGeom prst="rect">
            <a:avLst/>
          </a:prstGeom>
          <a:solidFill>
            <a:srgbClr val="F0F7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931920"/>
            <a:ext cx="54864" cy="82296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977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42793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 speed resolution — contact centres need scalable Cloud PCs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DFF4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MICROSOFT SELLERS SHOULD CARE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drives the metrics Microsoft sellers get measured on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Consumption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84048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Nerdio deployment drives Azure compute spend — your quota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146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W365 Adoption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840480" y="2468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accelerates Windows 365 adoption — your Copilot readiness story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5468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3840480" y="31089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saves money but keeps customers on Azure longer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9476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Velocity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384048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removes operational complexity that stalls Azure migrations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43484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34440" y="4389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Leadership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3840480" y="4389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 Manchester (created Windows 365 at Microsoft) is now Nerdio's CPTO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MICROSOFT GROWTH FLYWHEEL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drives the next — Nerdio accelerates the whole cycle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926080" cy="530352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90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Adoption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demand AI productivity tools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2011680"/>
            <a:ext cx="54864" cy="109728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21408"/>
            <a:ext cx="2926080" cy="530352"/>
          </a:xfrm>
          <a:prstGeom prst="rect">
            <a:avLst/>
          </a:prstGeom>
          <a:solidFill>
            <a:srgbClr val="156D8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48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Expansion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3957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W365 Cloud PCs deployed to support Copilot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2670048"/>
            <a:ext cx="54864" cy="109728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779776"/>
            <a:ext cx="2926080" cy="530352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807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(Nerdio)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0540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Provisioning, scaling, and cost governance automated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3328416"/>
            <a:ext cx="54864" cy="109728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438144"/>
            <a:ext cx="2926080" cy="530352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655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Consumption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7124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usage grows — Microsoft revenue increases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48840" y="3986784"/>
            <a:ext cx="54864" cy="109728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096512"/>
            <a:ext cx="2926080" cy="530352"/>
          </a:xfrm>
          <a:prstGeom prst="rect">
            <a:avLst/>
          </a:prstGeom>
          <a:solidFill>
            <a:srgbClr val="156D8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23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AI Usage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370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environments drive deeper Copilot adoption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89120" y="1463040"/>
            <a:ext cx="4297680" cy="1828800"/>
          </a:xfrm>
          <a:prstGeom prst="rect">
            <a:avLst/>
          </a:prstGeom>
          <a:solidFill>
            <a:srgbClr val="F0F7F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1463040"/>
            <a:ext cx="54864" cy="1828800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sellers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63440" y="21031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Engaging Nerdio doesn't compete with your sales motion — it accelerates it. Every deployment drives W365 adoption, Azure consumption, and Copilot success.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Nerdio is the only partner that touches all four of your key metrics simultaneously.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3566160"/>
            <a:ext cx="4297680" cy="1188720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5200" dirty="0"/>
          </a:p>
        </p:txBody>
      </p:sp>
      <p:sp>
        <p:nvSpPr>
          <p:cNvPr id="30" name="Text 28"/>
          <p:cNvSpPr/>
          <p:nvPr/>
        </p:nvSpPr>
        <p:spPr>
          <a:xfrm>
            <a:off x="6035040" y="3749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win rate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Proof of Value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3504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sells itself once customers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their own Azure environment.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AT SCALE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65960" cy="1188720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desktops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1965960" cy="1188720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960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0604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countries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1965960" cy="1188720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960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win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POV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914400"/>
            <a:ext cx="1965960" cy="1188720"/>
          </a:xfrm>
          <a:prstGeom prst="rect">
            <a:avLst/>
          </a:prstGeom>
          <a:solidFill>
            <a:srgbClr val="042838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960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(Series C)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solidFill>
            <a:srgbClr val="F0F7F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77440"/>
            <a:ext cx="54864" cy="73152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0320" y="24688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 annual savings; 200 to 1,000 customers with zero additional headcount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solidFill>
            <a:srgbClr val="F0F7F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46120"/>
            <a:ext cx="54864" cy="73152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0" y="33375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YoY cost savings; 75% decrease in support needs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0F7F9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Thornton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60320" y="4206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$20K/month savings; cloud workspace setup in days; expanding across 3 countries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trusted by: Chevron  |  Kraft Heinz  |  ASDA  |  Carnival Cruise Line  |  Penn State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9D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DISCOVERY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conversation with these questions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" cy="36576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currently in your Copilot adoption journey — exploring, piloting, or scaling?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65760" cy="36576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will use Copilot first? How consistent are their environments today?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1E9DB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contractors and external workers access AI tools securely?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04283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leadership says 'roll Copilot out to everyone' — how quickly could you scale? What would break?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04283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biggest blocker to broad Copilot deployment — licensing, devices, security, or operations?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DFF4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deliver the AI workplace together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194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customer workshop — Copilot readiness assessment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7432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proof of concept — deploy Nerdio in the customer's Azure subscription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375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291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deal registration — align with Microsoft field teams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862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3840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30-day trial — see auto-scaling savings in your own environment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73152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F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getnerdio.com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7315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Partner of the Year Finalist 2025  |  $1B+ Valuation  |  15,000+ Customers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Nerdio + Microsoft Copilot: The AI Workplace</dc:title>
  <dc:subject>PptxGenJS Presentation</dc:subject>
  <dc:creator>Nerdio</dc:creator>
  <cp:lastModifiedBy>Nerdio</cp:lastModifiedBy>
  <cp:revision>1</cp:revision>
  <dcterms:created xsi:type="dcterms:W3CDTF">2026-03-05T09:50:06Z</dcterms:created>
  <dcterms:modified xsi:type="dcterms:W3CDTF">2026-03-05T09:50:06Z</dcterms:modified>
</cp:coreProperties>
</file>